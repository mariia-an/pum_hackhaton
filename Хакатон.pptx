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Arim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gEpHdd2rsQ+A5Xii+Hy/ReK9UM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rimo-regular.fntdata"/><Relationship Id="rId12" Type="http://schemas.openxmlformats.org/officeDocument/2006/relationships/font" Target="fonts/Anto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mo-italic.fntdata"/><Relationship Id="rId14" Type="http://schemas.openxmlformats.org/officeDocument/2006/relationships/font" Target="fonts/Arimo-bold.fntdata"/><Relationship Id="rId17" Type="http://customschemas.google.com/relationships/presentationmetadata" Target="metadata"/><Relationship Id="rId16" Type="http://schemas.openxmlformats.org/officeDocument/2006/relationships/font" Target="fonts/Arim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debc197c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bdebc197c4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2"/>
          <p:cNvGrpSpPr/>
          <p:nvPr/>
        </p:nvGrpSpPr>
        <p:grpSpPr>
          <a:xfrm>
            <a:off x="822621" y="411916"/>
            <a:ext cx="10702631" cy="863637"/>
            <a:chOff x="0" y="-241102"/>
            <a:chExt cx="14270175" cy="1151516"/>
          </a:xfrm>
        </p:grpSpPr>
        <p:sp>
          <p:nvSpPr>
            <p:cNvPr id="11" name="Google Shape;11;p22"/>
            <p:cNvSpPr txBox="1"/>
            <p:nvPr/>
          </p:nvSpPr>
          <p:spPr>
            <a:xfrm>
              <a:off x="957054" y="192877"/>
              <a:ext cx="13312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7"/>
                <a:buFont typeface="Arial"/>
                <a:buNone/>
              </a:pPr>
              <a:r>
                <a:rPr b="0" i="0" lang="en-US" sz="2387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22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13" name="Google Shape;13;p22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2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" name="Google Shape;15;p22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16" name="Google Shape;16;p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2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" name="Google Shape;18;p22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19" name="Google Shape;19;p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2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" name="Google Shape;21;p22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22" name="Google Shape;22;p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2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" name="Google Shape;24;p22"/>
          <p:cNvGrpSpPr/>
          <p:nvPr/>
        </p:nvGrpSpPr>
        <p:grpSpPr>
          <a:xfrm>
            <a:off x="14448487" y="2223389"/>
            <a:ext cx="2810825" cy="2810825"/>
            <a:chOff x="0" y="0"/>
            <a:chExt cx="812800" cy="812800"/>
          </a:xfrm>
        </p:grpSpPr>
        <p:sp>
          <p:nvSpPr>
            <p:cNvPr id="25" name="Google Shape;25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26" name="Google Shape;26;p22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27;p22"/>
          <p:cNvGrpSpPr/>
          <p:nvPr/>
        </p:nvGrpSpPr>
        <p:grpSpPr>
          <a:xfrm>
            <a:off x="11734594" y="8973401"/>
            <a:ext cx="2810825" cy="2810825"/>
            <a:chOff x="0" y="0"/>
            <a:chExt cx="812800" cy="812800"/>
          </a:xfrm>
        </p:grpSpPr>
        <p:sp>
          <p:nvSpPr>
            <p:cNvPr id="28" name="Google Shape;28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" name="Google Shape;29;p22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30;p22"/>
          <p:cNvSpPr txBox="1"/>
          <p:nvPr>
            <p:ph idx="1" type="subTitle"/>
          </p:nvPr>
        </p:nvSpPr>
        <p:spPr>
          <a:xfrm>
            <a:off x="1195900" y="5034225"/>
            <a:ext cx="8294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type="title"/>
          </p:nvPr>
        </p:nvSpPr>
        <p:spPr>
          <a:xfrm>
            <a:off x="925675" y="1986775"/>
            <a:ext cx="11414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00"/>
              <a:buFont typeface="Anton"/>
              <a:buNone/>
              <a:defRPr i="0" sz="8200" u="none" cap="none" strike="noStrike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925675" y="1986775"/>
            <a:ext cx="11414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body"/>
          </p:nvPr>
        </p:nvSpPr>
        <p:spPr>
          <a:xfrm>
            <a:off x="2174975" y="44501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5" name="Google Shape;35;p23"/>
          <p:cNvGrpSpPr/>
          <p:nvPr/>
        </p:nvGrpSpPr>
        <p:grpSpPr>
          <a:xfrm>
            <a:off x="822621" y="411916"/>
            <a:ext cx="10702631" cy="863637"/>
            <a:chOff x="0" y="-241102"/>
            <a:chExt cx="14270175" cy="1151516"/>
          </a:xfrm>
        </p:grpSpPr>
        <p:sp>
          <p:nvSpPr>
            <p:cNvPr id="36" name="Google Shape;36;p23"/>
            <p:cNvSpPr txBox="1"/>
            <p:nvPr/>
          </p:nvSpPr>
          <p:spPr>
            <a:xfrm>
              <a:off x="957054" y="192877"/>
              <a:ext cx="13312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7"/>
                <a:buFont typeface="Arial"/>
                <a:buNone/>
              </a:pPr>
              <a:r>
                <a:rPr b="0" i="0" lang="en-US" sz="2387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23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38" name="Google Shape;38;p23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3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" name="Google Shape;40;p23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41" name="Google Shape;41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" name="Google Shape;43;p23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44" name="Google Shape;44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" name="Google Shape;46;p23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47" name="Google Shape;47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" name="Google Shape;49;p23"/>
          <p:cNvGrpSpPr/>
          <p:nvPr/>
        </p:nvGrpSpPr>
        <p:grpSpPr>
          <a:xfrm>
            <a:off x="-1267417" y="5612296"/>
            <a:ext cx="2810825" cy="2810825"/>
            <a:chOff x="0" y="0"/>
            <a:chExt cx="812800" cy="812800"/>
          </a:xfrm>
        </p:grpSpPr>
        <p:sp>
          <p:nvSpPr>
            <p:cNvPr id="50" name="Google Shape;50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1" name="Google Shape;51;p23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23"/>
          <p:cNvGrpSpPr/>
          <p:nvPr/>
        </p:nvGrpSpPr>
        <p:grpSpPr>
          <a:xfrm>
            <a:off x="16868759" y="592742"/>
            <a:ext cx="2810825" cy="2810825"/>
            <a:chOff x="0" y="0"/>
            <a:chExt cx="812800" cy="812800"/>
          </a:xfrm>
        </p:grpSpPr>
        <p:sp>
          <p:nvSpPr>
            <p:cNvPr id="53" name="Google Shape;53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4" name="Google Shape;54;p23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1776363" y="665453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57" name="Google Shape;57;p24"/>
          <p:cNvGrpSpPr/>
          <p:nvPr/>
        </p:nvGrpSpPr>
        <p:grpSpPr>
          <a:xfrm>
            <a:off x="822621" y="411916"/>
            <a:ext cx="10702631" cy="863637"/>
            <a:chOff x="0" y="-241102"/>
            <a:chExt cx="14270175" cy="1151516"/>
          </a:xfrm>
        </p:grpSpPr>
        <p:sp>
          <p:nvSpPr>
            <p:cNvPr id="58" name="Google Shape;58;p24"/>
            <p:cNvSpPr txBox="1"/>
            <p:nvPr/>
          </p:nvSpPr>
          <p:spPr>
            <a:xfrm>
              <a:off x="957054" y="192877"/>
              <a:ext cx="13312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7"/>
                <a:buFont typeface="Arial"/>
                <a:buNone/>
              </a:pPr>
              <a:r>
                <a:rPr b="0" i="0" lang="en-US" sz="2387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" name="Google Shape;59;p24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60" name="Google Shape;60;p24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4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" name="Google Shape;62;p24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63" name="Google Shape;63;p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2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24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66" name="Google Shape;66;p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2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" name="Google Shape;68;p24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69" name="Google Shape;69;p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" name="Google Shape;71;p24"/>
          <p:cNvSpPr txBox="1"/>
          <p:nvPr>
            <p:ph type="title"/>
          </p:nvPr>
        </p:nvSpPr>
        <p:spPr>
          <a:xfrm>
            <a:off x="925675" y="1986775"/>
            <a:ext cx="11414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00"/>
              <a:buFont typeface="Anton"/>
              <a:buNone/>
              <a:defRPr i="0" sz="8200" u="none" cap="none" strike="noStrike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2" name="Google Shape;72;p24"/>
          <p:cNvGrpSpPr/>
          <p:nvPr/>
        </p:nvGrpSpPr>
        <p:grpSpPr>
          <a:xfrm>
            <a:off x="14111850" y="934147"/>
            <a:ext cx="2810825" cy="2810825"/>
            <a:chOff x="0" y="0"/>
            <a:chExt cx="812800" cy="812800"/>
          </a:xfrm>
        </p:grpSpPr>
        <p:sp>
          <p:nvSpPr>
            <p:cNvPr id="73" name="Google Shape;73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74" name="Google Shape;74;p24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" name="Google Shape;75;p24"/>
          <p:cNvGrpSpPr/>
          <p:nvPr/>
        </p:nvGrpSpPr>
        <p:grpSpPr>
          <a:xfrm>
            <a:off x="-1445476" y="4607038"/>
            <a:ext cx="2810825" cy="2810825"/>
            <a:chOff x="0" y="0"/>
            <a:chExt cx="812800" cy="812800"/>
          </a:xfrm>
        </p:grpSpPr>
        <p:sp>
          <p:nvSpPr>
            <p:cNvPr id="76" name="Google Shape;76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77" name="Google Shape;77;p24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>
            <a:off x="925675" y="1986775"/>
            <a:ext cx="11414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>
            <a:off x="2214000" y="4840525"/>
            <a:ext cx="5084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2" type="body"/>
          </p:nvPr>
        </p:nvSpPr>
        <p:spPr>
          <a:xfrm>
            <a:off x="7490295" y="4840525"/>
            <a:ext cx="5084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grpSp>
        <p:nvGrpSpPr>
          <p:cNvPr id="82" name="Google Shape;82;p25"/>
          <p:cNvGrpSpPr/>
          <p:nvPr/>
        </p:nvGrpSpPr>
        <p:grpSpPr>
          <a:xfrm>
            <a:off x="822621" y="411916"/>
            <a:ext cx="10702631" cy="863637"/>
            <a:chOff x="0" y="-241102"/>
            <a:chExt cx="14270175" cy="1151516"/>
          </a:xfrm>
        </p:grpSpPr>
        <p:sp>
          <p:nvSpPr>
            <p:cNvPr id="83" name="Google Shape;83;p25"/>
            <p:cNvSpPr txBox="1"/>
            <p:nvPr/>
          </p:nvSpPr>
          <p:spPr>
            <a:xfrm>
              <a:off x="957054" y="192877"/>
              <a:ext cx="13312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7"/>
                <a:buFont typeface="Arial"/>
                <a:buNone/>
              </a:pPr>
              <a:r>
                <a:rPr b="0" i="0" lang="en-US" sz="2387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" name="Google Shape;84;p25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85" name="Google Shape;85;p25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5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25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88" name="Google Shape;88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25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91" name="Google Shape;91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2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25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94" name="Google Shape;94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2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6" name="Google Shape;96;p25"/>
          <p:cNvGrpSpPr/>
          <p:nvPr/>
        </p:nvGrpSpPr>
        <p:grpSpPr>
          <a:xfrm>
            <a:off x="16796269" y="6236690"/>
            <a:ext cx="2810825" cy="2810825"/>
            <a:chOff x="0" y="0"/>
            <a:chExt cx="812800" cy="812800"/>
          </a:xfrm>
        </p:grpSpPr>
        <p:sp>
          <p:nvSpPr>
            <p:cNvPr id="97" name="Google Shape;97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8" name="Google Shape;98;p25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title"/>
          </p:nvPr>
        </p:nvSpPr>
        <p:spPr>
          <a:xfrm>
            <a:off x="925675" y="1986775"/>
            <a:ext cx="11414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" type="body"/>
          </p:nvPr>
        </p:nvSpPr>
        <p:spPr>
          <a:xfrm>
            <a:off x="2099925" y="4888150"/>
            <a:ext cx="50382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2" type="body"/>
          </p:nvPr>
        </p:nvSpPr>
        <p:spPr>
          <a:xfrm>
            <a:off x="7322478" y="4888150"/>
            <a:ext cx="50406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grpSp>
        <p:nvGrpSpPr>
          <p:cNvPr id="103" name="Google Shape;103;p26"/>
          <p:cNvGrpSpPr/>
          <p:nvPr/>
        </p:nvGrpSpPr>
        <p:grpSpPr>
          <a:xfrm>
            <a:off x="822621" y="411916"/>
            <a:ext cx="10702631" cy="863637"/>
            <a:chOff x="0" y="-241102"/>
            <a:chExt cx="14270175" cy="1151516"/>
          </a:xfrm>
        </p:grpSpPr>
        <p:sp>
          <p:nvSpPr>
            <p:cNvPr id="104" name="Google Shape;104;p26"/>
            <p:cNvSpPr txBox="1"/>
            <p:nvPr/>
          </p:nvSpPr>
          <p:spPr>
            <a:xfrm>
              <a:off x="957054" y="192877"/>
              <a:ext cx="13312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7"/>
                <a:buFont typeface="Arial"/>
                <a:buNone/>
              </a:pPr>
              <a:r>
                <a:rPr b="0" i="0" lang="en-US" sz="2387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" name="Google Shape;105;p26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106" name="Google Shape;106;p26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26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" name="Google Shape;108;p26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109" name="Google Shape;109;p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26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112" name="Google Shape;112;p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26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115" name="Google Shape;115;p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" name="Google Shape;117;p26"/>
          <p:cNvGrpSpPr/>
          <p:nvPr/>
        </p:nvGrpSpPr>
        <p:grpSpPr>
          <a:xfrm>
            <a:off x="16882594" y="638687"/>
            <a:ext cx="2810825" cy="2810825"/>
            <a:chOff x="0" y="0"/>
            <a:chExt cx="812800" cy="812800"/>
          </a:xfrm>
        </p:grpSpPr>
        <p:sp>
          <p:nvSpPr>
            <p:cNvPr id="118" name="Google Shape;118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119" name="Google Shape;119;p26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925675" y="1986775"/>
            <a:ext cx="11414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2" name="Google Shape;122;p27"/>
          <p:cNvGrpSpPr/>
          <p:nvPr/>
        </p:nvGrpSpPr>
        <p:grpSpPr>
          <a:xfrm>
            <a:off x="822621" y="411916"/>
            <a:ext cx="10702631" cy="863637"/>
            <a:chOff x="0" y="-241102"/>
            <a:chExt cx="14270175" cy="1151516"/>
          </a:xfrm>
        </p:grpSpPr>
        <p:sp>
          <p:nvSpPr>
            <p:cNvPr id="123" name="Google Shape;123;p27"/>
            <p:cNvSpPr txBox="1"/>
            <p:nvPr/>
          </p:nvSpPr>
          <p:spPr>
            <a:xfrm>
              <a:off x="957054" y="192877"/>
              <a:ext cx="13312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7"/>
                <a:buFont typeface="Arial"/>
                <a:buNone/>
              </a:pPr>
              <a:r>
                <a:rPr b="0" i="0" lang="en-US" sz="2387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4" name="Google Shape;124;p27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125" name="Google Shape;125;p27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7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" name="Google Shape;127;p27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128" name="Google Shape;128;p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27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131" name="Google Shape;131;p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27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134" name="Google Shape;134;p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6" name="Google Shape;136;p27"/>
          <p:cNvGrpSpPr/>
          <p:nvPr/>
        </p:nvGrpSpPr>
        <p:grpSpPr>
          <a:xfrm>
            <a:off x="12904007" y="846858"/>
            <a:ext cx="2810825" cy="2810825"/>
            <a:chOff x="0" y="0"/>
            <a:chExt cx="812800" cy="812800"/>
          </a:xfrm>
        </p:grpSpPr>
        <p:sp>
          <p:nvSpPr>
            <p:cNvPr id="137" name="Google Shape;137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38" name="Google Shape;138;p27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27"/>
          <p:cNvGrpSpPr/>
          <p:nvPr/>
        </p:nvGrpSpPr>
        <p:grpSpPr>
          <a:xfrm>
            <a:off x="-1405406" y="6600210"/>
            <a:ext cx="2810825" cy="2810825"/>
            <a:chOff x="0" y="0"/>
            <a:chExt cx="812800" cy="812800"/>
          </a:xfrm>
        </p:grpSpPr>
        <p:sp>
          <p:nvSpPr>
            <p:cNvPr id="140" name="Google Shape;140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141" name="Google Shape;141;p27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7400975" y="4597325"/>
            <a:ext cx="5111700" cy="4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2" type="body"/>
          </p:nvPr>
        </p:nvSpPr>
        <p:spPr>
          <a:xfrm>
            <a:off x="1389825" y="4597325"/>
            <a:ext cx="56997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grpSp>
        <p:nvGrpSpPr>
          <p:cNvPr id="145" name="Google Shape;145;p28"/>
          <p:cNvGrpSpPr/>
          <p:nvPr/>
        </p:nvGrpSpPr>
        <p:grpSpPr>
          <a:xfrm>
            <a:off x="822621" y="411916"/>
            <a:ext cx="10702631" cy="863637"/>
            <a:chOff x="0" y="-241102"/>
            <a:chExt cx="14270175" cy="1151516"/>
          </a:xfrm>
        </p:grpSpPr>
        <p:sp>
          <p:nvSpPr>
            <p:cNvPr id="146" name="Google Shape;146;p28"/>
            <p:cNvSpPr txBox="1"/>
            <p:nvPr/>
          </p:nvSpPr>
          <p:spPr>
            <a:xfrm>
              <a:off x="957054" y="192877"/>
              <a:ext cx="13312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7"/>
                <a:buFont typeface="Arial"/>
                <a:buNone/>
              </a:pPr>
              <a:r>
                <a:rPr b="0" i="0" lang="en-US" sz="2387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" name="Google Shape;147;p28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148" name="Google Shape;148;p28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8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28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151" name="Google Shape;151;p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28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154" name="Google Shape;154;p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28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157" name="Google Shape;157;p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9" name="Google Shape;159;p28"/>
          <p:cNvSpPr txBox="1"/>
          <p:nvPr>
            <p:ph type="title"/>
          </p:nvPr>
        </p:nvSpPr>
        <p:spPr>
          <a:xfrm>
            <a:off x="925675" y="1986775"/>
            <a:ext cx="11414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00"/>
              <a:buFont typeface="Anton"/>
              <a:buNone/>
              <a:defRPr i="0" sz="8200" u="none" cap="none" strike="noStrike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0" name="Google Shape;160;p28"/>
          <p:cNvGrpSpPr/>
          <p:nvPr/>
        </p:nvGrpSpPr>
        <p:grpSpPr>
          <a:xfrm>
            <a:off x="12351714" y="618407"/>
            <a:ext cx="2810825" cy="2810825"/>
            <a:chOff x="0" y="0"/>
            <a:chExt cx="812800" cy="812800"/>
          </a:xfrm>
        </p:grpSpPr>
        <p:sp>
          <p:nvSpPr>
            <p:cNvPr id="161" name="Google Shape;161;p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162" name="Google Shape;162;p28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28"/>
          <p:cNvGrpSpPr/>
          <p:nvPr/>
        </p:nvGrpSpPr>
        <p:grpSpPr>
          <a:xfrm>
            <a:off x="17259300" y="6893497"/>
            <a:ext cx="2810825" cy="2810825"/>
            <a:chOff x="0" y="0"/>
            <a:chExt cx="812800" cy="812800"/>
          </a:xfrm>
        </p:grpSpPr>
        <p:sp>
          <p:nvSpPr>
            <p:cNvPr id="164" name="Google Shape;164;p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5" name="Google Shape;165;p28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/>
          <p:nvPr>
            <p:ph idx="2" type="pic"/>
          </p:nvPr>
        </p:nvSpPr>
        <p:spPr>
          <a:xfrm>
            <a:off x="10244388" y="464510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1850838" y="51721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grpSp>
        <p:nvGrpSpPr>
          <p:cNvPr id="169" name="Google Shape;169;p29"/>
          <p:cNvGrpSpPr/>
          <p:nvPr/>
        </p:nvGrpSpPr>
        <p:grpSpPr>
          <a:xfrm>
            <a:off x="822621" y="411916"/>
            <a:ext cx="10702631" cy="863637"/>
            <a:chOff x="0" y="-241102"/>
            <a:chExt cx="14270175" cy="1151516"/>
          </a:xfrm>
        </p:grpSpPr>
        <p:sp>
          <p:nvSpPr>
            <p:cNvPr id="170" name="Google Shape;170;p29"/>
            <p:cNvSpPr txBox="1"/>
            <p:nvPr/>
          </p:nvSpPr>
          <p:spPr>
            <a:xfrm>
              <a:off x="957054" y="192877"/>
              <a:ext cx="13312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7"/>
                <a:buFont typeface="Arial"/>
                <a:buNone/>
              </a:pPr>
              <a:r>
                <a:rPr b="0" i="0" lang="en-US" sz="2387" u="none" cap="none" strike="noStrike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DATE/DAY                                      ABOUT US                                                CONTACT 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1" name="Google Shape;171;p29"/>
            <p:cNvGrpSpPr/>
            <p:nvPr/>
          </p:nvGrpSpPr>
          <p:grpSpPr>
            <a:xfrm>
              <a:off x="0" y="-241102"/>
              <a:ext cx="14270175" cy="1151516"/>
              <a:chOff x="0" y="-47625"/>
              <a:chExt cx="2818800" cy="227460"/>
            </a:xfrm>
          </p:grpSpPr>
          <p:sp>
            <p:nvSpPr>
              <p:cNvPr id="172" name="Google Shape;172;p29"/>
              <p:cNvSpPr/>
              <p:nvPr/>
            </p:nvSpPr>
            <p:spPr>
              <a:xfrm>
                <a:off x="0" y="0"/>
                <a:ext cx="2818670" cy="179835"/>
              </a:xfrm>
              <a:custGeom>
                <a:rect b="b" l="l" r="r" t="t"/>
                <a:pathLst>
                  <a:path extrusionOk="0" h="179835" w="2818670">
                    <a:moveTo>
                      <a:pt x="36893" y="0"/>
                    </a:moveTo>
                    <a:lnTo>
                      <a:pt x="2781777" y="0"/>
                    </a:lnTo>
                    <a:cubicBezTo>
                      <a:pt x="2802152" y="0"/>
                      <a:pt x="2818670" y="16518"/>
                      <a:pt x="2818670" y="36893"/>
                    </a:cubicBezTo>
                    <a:lnTo>
                      <a:pt x="2818670" y="142941"/>
                    </a:lnTo>
                    <a:cubicBezTo>
                      <a:pt x="2818670" y="163317"/>
                      <a:pt x="2802152" y="179835"/>
                      <a:pt x="2781777" y="179835"/>
                    </a:cubicBezTo>
                    <a:lnTo>
                      <a:pt x="36893" y="179835"/>
                    </a:lnTo>
                    <a:cubicBezTo>
                      <a:pt x="16518" y="179835"/>
                      <a:pt x="0" y="163317"/>
                      <a:pt x="0" y="142941"/>
                    </a:cubicBezTo>
                    <a:lnTo>
                      <a:pt x="0" y="36893"/>
                    </a:lnTo>
                    <a:cubicBezTo>
                      <a:pt x="0" y="16518"/>
                      <a:pt x="16518" y="0"/>
                      <a:pt x="3689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24A2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9"/>
              <p:cNvSpPr txBox="1"/>
              <p:nvPr/>
            </p:nvSpPr>
            <p:spPr>
              <a:xfrm>
                <a:off x="0" y="-47625"/>
                <a:ext cx="2818800" cy="22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" name="Google Shape;174;p29"/>
            <p:cNvGrpSpPr/>
            <p:nvPr/>
          </p:nvGrpSpPr>
          <p:grpSpPr>
            <a:xfrm>
              <a:off x="477480" y="340959"/>
              <a:ext cx="228478" cy="228478"/>
              <a:chOff x="0" y="0"/>
              <a:chExt cx="812800" cy="812800"/>
            </a:xfrm>
          </p:grpSpPr>
          <p:sp>
            <p:nvSpPr>
              <p:cNvPr id="175" name="Google Shape;175;p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" name="Google Shape;177;p29"/>
            <p:cNvGrpSpPr/>
            <p:nvPr/>
          </p:nvGrpSpPr>
          <p:grpSpPr>
            <a:xfrm>
              <a:off x="5531725" y="340959"/>
              <a:ext cx="228478" cy="228478"/>
              <a:chOff x="0" y="0"/>
              <a:chExt cx="812800" cy="812800"/>
            </a:xfrm>
          </p:grpSpPr>
          <p:sp>
            <p:nvSpPr>
              <p:cNvPr id="178" name="Google Shape;178;p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" name="Google Shape;180;p29"/>
            <p:cNvGrpSpPr/>
            <p:nvPr/>
          </p:nvGrpSpPr>
          <p:grpSpPr>
            <a:xfrm>
              <a:off x="11528518" y="340959"/>
              <a:ext cx="228478" cy="228478"/>
              <a:chOff x="0" y="0"/>
              <a:chExt cx="812800" cy="812800"/>
            </a:xfrm>
          </p:grpSpPr>
          <p:sp>
            <p:nvSpPr>
              <p:cNvPr id="181" name="Google Shape;181;p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4A2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3" name="Google Shape;183;p29"/>
          <p:cNvSpPr txBox="1"/>
          <p:nvPr>
            <p:ph type="title"/>
          </p:nvPr>
        </p:nvSpPr>
        <p:spPr>
          <a:xfrm>
            <a:off x="925675" y="1986775"/>
            <a:ext cx="11414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00"/>
              <a:buFont typeface="Anton"/>
              <a:buNone/>
              <a:defRPr i="0" sz="8200" u="none" cap="none" strike="noStrike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84" name="Google Shape;184;p29"/>
          <p:cNvGrpSpPr/>
          <p:nvPr/>
        </p:nvGrpSpPr>
        <p:grpSpPr>
          <a:xfrm>
            <a:off x="170131" y="7244491"/>
            <a:ext cx="2810825" cy="2810825"/>
            <a:chOff x="0" y="0"/>
            <a:chExt cx="812800" cy="812800"/>
          </a:xfrm>
        </p:grpSpPr>
        <p:sp>
          <p:nvSpPr>
            <p:cNvPr id="185" name="Google Shape;185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186" name="Google Shape;186;p29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29"/>
          <p:cNvGrpSpPr/>
          <p:nvPr/>
        </p:nvGrpSpPr>
        <p:grpSpPr>
          <a:xfrm>
            <a:off x="16884853" y="592742"/>
            <a:ext cx="2810825" cy="2810825"/>
            <a:chOff x="0" y="0"/>
            <a:chExt cx="812800" cy="812800"/>
          </a:xfrm>
        </p:grpSpPr>
        <p:sp>
          <p:nvSpPr>
            <p:cNvPr id="188" name="Google Shape;188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189" name="Google Shape;189;p29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925675" y="1986775"/>
            <a:ext cx="11414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00"/>
              <a:buFont typeface="Anton"/>
              <a:buNone/>
              <a:defRPr b="0" i="0" sz="8200" u="none" cap="none" strike="noStrike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2174975" y="44501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•"/>
              <a:defRPr b="0" i="0" sz="24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–"/>
              <a:defRPr b="0" i="0" sz="24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•"/>
              <a:defRPr b="0" i="0" sz="24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–"/>
              <a:defRPr b="0" i="0" sz="24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»"/>
              <a:defRPr b="0" i="0" sz="24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•"/>
              <a:defRPr b="0" i="0" sz="24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•"/>
              <a:defRPr b="0" i="0" sz="24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•"/>
              <a:defRPr b="0" i="0" sz="24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•"/>
              <a:defRPr b="0" i="0" sz="24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313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38975" y="1100075"/>
            <a:ext cx="5495449" cy="91977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1"/>
          <p:cNvGrpSpPr/>
          <p:nvPr/>
        </p:nvGrpSpPr>
        <p:grpSpPr>
          <a:xfrm>
            <a:off x="781550" y="6383424"/>
            <a:ext cx="6442623" cy="2211782"/>
            <a:chOff x="0" y="-47625"/>
            <a:chExt cx="1728635" cy="356716"/>
          </a:xfrm>
        </p:grpSpPr>
        <p:sp>
          <p:nvSpPr>
            <p:cNvPr id="196" name="Google Shape;196;p1"/>
            <p:cNvSpPr/>
            <p:nvPr/>
          </p:nvSpPr>
          <p:spPr>
            <a:xfrm>
              <a:off x="0" y="0"/>
              <a:ext cx="1728635" cy="309091"/>
            </a:xfrm>
            <a:custGeom>
              <a:rect b="b" l="l" r="r" t="t"/>
              <a:pathLst>
                <a:path extrusionOk="0" h="309091" w="1728635">
                  <a:moveTo>
                    <a:pt x="88204" y="0"/>
                  </a:moveTo>
                  <a:lnTo>
                    <a:pt x="1640431" y="0"/>
                  </a:lnTo>
                  <a:cubicBezTo>
                    <a:pt x="1689145" y="0"/>
                    <a:pt x="1728635" y="39490"/>
                    <a:pt x="1728635" y="88204"/>
                  </a:cubicBezTo>
                  <a:lnTo>
                    <a:pt x="1728635" y="220887"/>
                  </a:lnTo>
                  <a:cubicBezTo>
                    <a:pt x="1728635" y="244280"/>
                    <a:pt x="1719342" y="266715"/>
                    <a:pt x="1702801" y="283256"/>
                  </a:cubicBezTo>
                  <a:cubicBezTo>
                    <a:pt x="1686259" y="299798"/>
                    <a:pt x="1663824" y="309091"/>
                    <a:pt x="1640431" y="309091"/>
                  </a:cubicBezTo>
                  <a:lnTo>
                    <a:pt x="88204" y="309091"/>
                  </a:lnTo>
                  <a:cubicBezTo>
                    <a:pt x="64811" y="309091"/>
                    <a:pt x="42376" y="299798"/>
                    <a:pt x="25834" y="283256"/>
                  </a:cubicBezTo>
                  <a:cubicBezTo>
                    <a:pt x="9293" y="266715"/>
                    <a:pt x="0" y="244280"/>
                    <a:pt x="0" y="220887"/>
                  </a:cubicBezTo>
                  <a:lnTo>
                    <a:pt x="0" y="88204"/>
                  </a:lnTo>
                  <a:cubicBezTo>
                    <a:pt x="0" y="64811"/>
                    <a:pt x="9293" y="42376"/>
                    <a:pt x="25834" y="25834"/>
                  </a:cubicBezTo>
                  <a:cubicBezTo>
                    <a:pt x="42376" y="9293"/>
                    <a:pt x="64811" y="0"/>
                    <a:pt x="88204" y="0"/>
                  </a:cubicBezTo>
                  <a:close/>
                </a:path>
              </a:pathLst>
            </a:custGeom>
            <a:solidFill>
              <a:srgbClr val="F24A2D"/>
            </a:solidFill>
            <a:ln cap="rnd" cmpd="sng" w="38100">
              <a:solidFill>
                <a:srgbClr val="F24A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"/>
            <p:cNvSpPr txBox="1"/>
            <p:nvPr/>
          </p:nvSpPr>
          <p:spPr>
            <a:xfrm>
              <a:off x="0" y="-47625"/>
              <a:ext cx="1728635" cy="3567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1"/>
          <p:cNvGrpSpPr/>
          <p:nvPr/>
        </p:nvGrpSpPr>
        <p:grpSpPr>
          <a:xfrm>
            <a:off x="5599884" y="7920462"/>
            <a:ext cx="776505" cy="346740"/>
            <a:chOff x="0" y="0"/>
            <a:chExt cx="1820219" cy="812800"/>
          </a:xfrm>
        </p:grpSpPr>
        <p:sp>
          <p:nvSpPr>
            <p:cNvPr id="199" name="Google Shape;199;p1"/>
            <p:cNvSpPr/>
            <p:nvPr/>
          </p:nvSpPr>
          <p:spPr>
            <a:xfrm>
              <a:off x="0" y="0"/>
              <a:ext cx="1820219" cy="812800"/>
            </a:xfrm>
            <a:custGeom>
              <a:rect b="b" l="l" r="r" t="t"/>
              <a:pathLst>
                <a:path extrusionOk="0" h="812800" w="1820219">
                  <a:moveTo>
                    <a:pt x="1820219" y="406400"/>
                  </a:moveTo>
                  <a:lnTo>
                    <a:pt x="1413819" y="0"/>
                  </a:lnTo>
                  <a:lnTo>
                    <a:pt x="1413819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413819" y="609600"/>
                  </a:lnTo>
                  <a:lnTo>
                    <a:pt x="1413819" y="812800"/>
                  </a:lnTo>
                  <a:lnTo>
                    <a:pt x="1820219" y="406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0" name="Google Shape;200;p1"/>
            <p:cNvSpPr txBox="1"/>
            <p:nvPr/>
          </p:nvSpPr>
          <p:spPr>
            <a:xfrm>
              <a:off x="0" y="155575"/>
              <a:ext cx="1718619" cy="454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1"/>
          <p:cNvGrpSpPr/>
          <p:nvPr/>
        </p:nvGrpSpPr>
        <p:grpSpPr>
          <a:xfrm>
            <a:off x="7031221" y="8881594"/>
            <a:ext cx="2810813" cy="2810813"/>
            <a:chOff x="0" y="0"/>
            <a:chExt cx="812800" cy="812800"/>
          </a:xfrm>
        </p:grpSpPr>
        <p:sp>
          <p:nvSpPr>
            <p:cNvPr id="202" name="Google Shape;202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203" name="Google Shape;203;p1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"/>
          <p:cNvGrpSpPr/>
          <p:nvPr/>
        </p:nvGrpSpPr>
        <p:grpSpPr>
          <a:xfrm>
            <a:off x="14991577" y="-1405406"/>
            <a:ext cx="2810813" cy="2810813"/>
            <a:chOff x="0" y="0"/>
            <a:chExt cx="812800" cy="812800"/>
          </a:xfrm>
        </p:grpSpPr>
        <p:sp>
          <p:nvSpPr>
            <p:cNvPr id="205" name="Google Shape;205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06" name="Google Shape;206;p1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"/>
          <p:cNvSpPr txBox="1"/>
          <p:nvPr/>
        </p:nvSpPr>
        <p:spPr>
          <a:xfrm>
            <a:off x="1540450" y="2807334"/>
            <a:ext cx="99843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92"/>
              <a:buFont typeface="Arial"/>
              <a:buNone/>
            </a:pPr>
            <a:r>
              <a:rPr b="1" lang="en-US" sz="13292">
                <a:solidFill>
                  <a:srgbClr val="FFFFFF"/>
                </a:solidFill>
              </a:rPr>
              <a:t>Поступ</a:t>
            </a:r>
            <a:r>
              <a:rPr b="1" lang="en-US" sz="13292">
                <a:solidFill>
                  <a:srgbClr val="F24A2D"/>
                </a:solidFill>
              </a:rPr>
              <a:t>ИИ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08" name="Google Shape;208;p1"/>
          <p:cNvSpPr txBox="1"/>
          <p:nvPr/>
        </p:nvSpPr>
        <p:spPr>
          <a:xfrm>
            <a:off x="1218800" y="6729225"/>
            <a:ext cx="55947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31"/>
              <a:buFont typeface="Arial"/>
              <a:buNone/>
            </a:pPr>
            <a:r>
              <a:rPr b="1" lang="en-US" sz="4831">
                <a:solidFill>
                  <a:srgbClr val="FFFFFF"/>
                </a:solidFill>
              </a:rPr>
              <a:t>ИИ-помощник для абитуриента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313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6606" y="1663837"/>
            <a:ext cx="8734782" cy="537525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"/>
          <p:cNvSpPr txBox="1"/>
          <p:nvPr/>
        </p:nvSpPr>
        <p:spPr>
          <a:xfrm>
            <a:off x="1365337" y="7427375"/>
            <a:ext cx="155574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2"/>
              <a:buFont typeface="Arial"/>
              <a:buNone/>
            </a:pPr>
            <a:r>
              <a:rPr b="0" i="0" lang="en-US" sz="822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 TO  </a:t>
            </a:r>
            <a:r>
              <a:rPr b="1" i="0" lang="en-US" sz="8322" u="none" cap="none" strike="noStrike">
                <a:solidFill>
                  <a:srgbClr val="FFFFFF"/>
                </a:solidFill>
              </a:rPr>
              <a:t>Поступ</a:t>
            </a:r>
            <a:r>
              <a:rPr b="1" lang="en-US" sz="8322">
                <a:solidFill>
                  <a:srgbClr val="F24A2D"/>
                </a:solidFill>
              </a:rPr>
              <a:t>ИИ</a:t>
            </a:r>
            <a:endParaRPr b="1"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625200" y="8843000"/>
            <a:ext cx="168585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100">
                <a:solidFill>
                  <a:srgbClr val="FFFFFF"/>
                </a:solidFill>
              </a:rPr>
              <a:t>Система, которая помогает пользователю определить, какое направление в каком вузе ему подходит</a:t>
            </a:r>
            <a:endParaRPr i="0" sz="2100" u="none" cap="none" strike="noStrike">
              <a:solidFill>
                <a:srgbClr val="000000"/>
              </a:solidFill>
            </a:endParaRPr>
          </a:p>
        </p:txBody>
      </p:sp>
      <p:grpSp>
        <p:nvGrpSpPr>
          <p:cNvPr id="216" name="Google Shape;216;p4"/>
          <p:cNvGrpSpPr/>
          <p:nvPr/>
        </p:nvGrpSpPr>
        <p:grpSpPr>
          <a:xfrm>
            <a:off x="14111850" y="934147"/>
            <a:ext cx="2810813" cy="2810813"/>
            <a:chOff x="0" y="0"/>
            <a:chExt cx="812800" cy="812800"/>
          </a:xfrm>
        </p:grpSpPr>
        <p:sp>
          <p:nvSpPr>
            <p:cNvPr id="217" name="Google Shape;217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218" name="Google Shape;218;p4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4"/>
          <p:cNvGrpSpPr/>
          <p:nvPr/>
        </p:nvGrpSpPr>
        <p:grpSpPr>
          <a:xfrm>
            <a:off x="-1445476" y="4607038"/>
            <a:ext cx="2810813" cy="2810813"/>
            <a:chOff x="0" y="0"/>
            <a:chExt cx="812800" cy="812800"/>
          </a:xfrm>
        </p:grpSpPr>
        <p:sp>
          <p:nvSpPr>
            <p:cNvPr id="220" name="Google Shape;220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221" name="Google Shape;221;p4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313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g3bdebc197c4_0_56"/>
          <p:cNvGrpSpPr/>
          <p:nvPr/>
        </p:nvGrpSpPr>
        <p:grpSpPr>
          <a:xfrm>
            <a:off x="14448487" y="616554"/>
            <a:ext cx="2810825" cy="2810825"/>
            <a:chOff x="0" y="0"/>
            <a:chExt cx="812800" cy="812800"/>
          </a:xfrm>
        </p:grpSpPr>
        <p:sp>
          <p:nvSpPr>
            <p:cNvPr id="227" name="Google Shape;227;g3bdebc197c4_0_5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228" name="Google Shape;228;g3bdebc197c4_0_56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g3bdebc197c4_0_56"/>
          <p:cNvGrpSpPr/>
          <p:nvPr/>
        </p:nvGrpSpPr>
        <p:grpSpPr>
          <a:xfrm>
            <a:off x="2201905" y="8823568"/>
            <a:ext cx="2810825" cy="2810825"/>
            <a:chOff x="0" y="0"/>
            <a:chExt cx="812800" cy="812800"/>
          </a:xfrm>
        </p:grpSpPr>
        <p:sp>
          <p:nvSpPr>
            <p:cNvPr id="230" name="Google Shape;230;g3bdebc197c4_0_5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1" name="Google Shape;231;g3bdebc197c4_0_56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2" name="Google Shape;232;g3bdebc197c4_0_56" title="deepseek_mermaid_20260125_c7500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579779"/>
            <a:ext cx="17983201" cy="427627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bdebc197c4_0_56"/>
          <p:cNvSpPr txBox="1"/>
          <p:nvPr/>
        </p:nvSpPr>
        <p:spPr>
          <a:xfrm>
            <a:off x="1028700" y="1093950"/>
            <a:ext cx="133986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22"/>
              <a:buFont typeface="Arial"/>
              <a:buNone/>
            </a:pPr>
            <a:r>
              <a:rPr b="1" lang="en-US" sz="8222">
                <a:solidFill>
                  <a:schemeClr val="lt1"/>
                </a:solidFill>
              </a:rPr>
              <a:t>Архитектура проекта</a:t>
            </a:r>
            <a:endParaRPr b="1" sz="8222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313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 txBox="1"/>
          <p:nvPr/>
        </p:nvSpPr>
        <p:spPr>
          <a:xfrm>
            <a:off x="1028700" y="1093950"/>
            <a:ext cx="133986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2"/>
              <a:buFont typeface="Arial"/>
              <a:buNone/>
            </a:pPr>
            <a:r>
              <a:rPr b="1" lang="en-US" sz="8222">
                <a:solidFill>
                  <a:srgbClr val="FFFFFF"/>
                </a:solidFill>
              </a:rPr>
              <a:t>Наша команда - Шапк</a:t>
            </a:r>
            <a:r>
              <a:rPr b="1" lang="en-US" sz="8322">
                <a:solidFill>
                  <a:srgbClr val="F24A2D"/>
                </a:solidFill>
              </a:rPr>
              <a:t>ИИ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grpSp>
        <p:nvGrpSpPr>
          <p:cNvPr id="239" name="Google Shape;239;p8"/>
          <p:cNvGrpSpPr/>
          <p:nvPr/>
        </p:nvGrpSpPr>
        <p:grpSpPr>
          <a:xfrm>
            <a:off x="16237622" y="-863634"/>
            <a:ext cx="2810825" cy="2810825"/>
            <a:chOff x="0" y="0"/>
            <a:chExt cx="812800" cy="812800"/>
          </a:xfrm>
        </p:grpSpPr>
        <p:sp>
          <p:nvSpPr>
            <p:cNvPr id="240" name="Google Shape;240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1" name="Google Shape;241;p8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2" name="Google Shape;242;p8" title="2.jpg"/>
          <p:cNvPicPr preferRelativeResize="0"/>
          <p:nvPr/>
        </p:nvPicPr>
        <p:blipFill rotWithShape="1">
          <a:blip r:embed="rId3">
            <a:alphaModFix/>
          </a:blip>
          <a:srcRect b="51760" l="19768" r="20901" t="7996"/>
          <a:stretch/>
        </p:blipFill>
        <p:spPr>
          <a:xfrm>
            <a:off x="3579988" y="2598563"/>
            <a:ext cx="11128026" cy="5661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8"/>
          <p:cNvGrpSpPr/>
          <p:nvPr/>
        </p:nvGrpSpPr>
        <p:grpSpPr>
          <a:xfrm>
            <a:off x="13445125" y="8522221"/>
            <a:ext cx="3493528" cy="1265695"/>
            <a:chOff x="0" y="0"/>
            <a:chExt cx="920100" cy="1278351"/>
          </a:xfrm>
        </p:grpSpPr>
        <p:sp>
          <p:nvSpPr>
            <p:cNvPr id="244" name="Google Shape;244;p8"/>
            <p:cNvSpPr/>
            <p:nvPr/>
          </p:nvSpPr>
          <p:spPr>
            <a:xfrm>
              <a:off x="0" y="0"/>
              <a:ext cx="920059" cy="1278351"/>
            </a:xfrm>
            <a:custGeom>
              <a:rect b="b" l="l" r="r" t="t"/>
              <a:pathLst>
                <a:path extrusionOk="0" h="1278351" w="920059">
                  <a:moveTo>
                    <a:pt x="46540" y="0"/>
                  </a:moveTo>
                  <a:lnTo>
                    <a:pt x="873520" y="0"/>
                  </a:lnTo>
                  <a:cubicBezTo>
                    <a:pt x="885863" y="0"/>
                    <a:pt x="897700" y="4903"/>
                    <a:pt x="906428" y="13631"/>
                  </a:cubicBezTo>
                  <a:cubicBezTo>
                    <a:pt x="915156" y="22359"/>
                    <a:pt x="920059" y="34197"/>
                    <a:pt x="920059" y="46540"/>
                  </a:cubicBezTo>
                  <a:lnTo>
                    <a:pt x="920059" y="1231811"/>
                  </a:lnTo>
                  <a:cubicBezTo>
                    <a:pt x="920059" y="1244154"/>
                    <a:pt x="915156" y="1255992"/>
                    <a:pt x="906428" y="1264720"/>
                  </a:cubicBezTo>
                  <a:cubicBezTo>
                    <a:pt x="897700" y="1273448"/>
                    <a:pt x="885863" y="1278351"/>
                    <a:pt x="873520" y="1278351"/>
                  </a:cubicBezTo>
                  <a:lnTo>
                    <a:pt x="46540" y="1278351"/>
                  </a:lnTo>
                  <a:cubicBezTo>
                    <a:pt x="34197" y="1278351"/>
                    <a:pt x="22359" y="1273448"/>
                    <a:pt x="13631" y="1264720"/>
                  </a:cubicBezTo>
                  <a:cubicBezTo>
                    <a:pt x="4903" y="1255992"/>
                    <a:pt x="0" y="1244154"/>
                    <a:pt x="0" y="1231811"/>
                  </a:cubicBezTo>
                  <a:lnTo>
                    <a:pt x="0" y="46540"/>
                  </a:lnTo>
                  <a:cubicBezTo>
                    <a:pt x="0" y="34197"/>
                    <a:pt x="4903" y="22359"/>
                    <a:pt x="13631" y="13631"/>
                  </a:cubicBezTo>
                  <a:cubicBezTo>
                    <a:pt x="22359" y="4903"/>
                    <a:pt x="34197" y="0"/>
                    <a:pt x="46540" y="0"/>
                  </a:cubicBez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8"/>
            <p:cNvSpPr txBox="1"/>
            <p:nvPr/>
          </p:nvSpPr>
          <p:spPr>
            <a:xfrm>
              <a:off x="0" y="0"/>
              <a:ext cx="920100" cy="127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8"/>
          <p:cNvSpPr txBox="1"/>
          <p:nvPr/>
        </p:nvSpPr>
        <p:spPr>
          <a:xfrm>
            <a:off x="13987524" y="8483275"/>
            <a:ext cx="24084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8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Разработка агента</a:t>
            </a:r>
            <a:endParaRPr b="1" i="0" sz="3600" u="none" cap="none" strike="noStrike">
              <a:solidFill>
                <a:srgbClr val="000000"/>
              </a:solidFill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13445297" y="7502868"/>
            <a:ext cx="3493200" cy="985200"/>
          </a:xfrm>
          <a:prstGeom prst="rect">
            <a:avLst/>
          </a:prstGeom>
          <a:solidFill>
            <a:srgbClr val="F24A2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Горбунов Александр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p8"/>
          <p:cNvGrpSpPr/>
          <p:nvPr/>
        </p:nvGrpSpPr>
        <p:grpSpPr>
          <a:xfrm>
            <a:off x="7397238" y="8607971"/>
            <a:ext cx="3493528" cy="1265695"/>
            <a:chOff x="0" y="0"/>
            <a:chExt cx="920100" cy="1278351"/>
          </a:xfrm>
        </p:grpSpPr>
        <p:sp>
          <p:nvSpPr>
            <p:cNvPr id="249" name="Google Shape;249;p8"/>
            <p:cNvSpPr/>
            <p:nvPr/>
          </p:nvSpPr>
          <p:spPr>
            <a:xfrm>
              <a:off x="0" y="0"/>
              <a:ext cx="920059" cy="1278351"/>
            </a:xfrm>
            <a:custGeom>
              <a:rect b="b" l="l" r="r" t="t"/>
              <a:pathLst>
                <a:path extrusionOk="0" h="1278351" w="920059">
                  <a:moveTo>
                    <a:pt x="46540" y="0"/>
                  </a:moveTo>
                  <a:lnTo>
                    <a:pt x="873520" y="0"/>
                  </a:lnTo>
                  <a:cubicBezTo>
                    <a:pt x="885863" y="0"/>
                    <a:pt x="897700" y="4903"/>
                    <a:pt x="906428" y="13631"/>
                  </a:cubicBezTo>
                  <a:cubicBezTo>
                    <a:pt x="915156" y="22359"/>
                    <a:pt x="920059" y="34197"/>
                    <a:pt x="920059" y="46540"/>
                  </a:cubicBezTo>
                  <a:lnTo>
                    <a:pt x="920059" y="1231811"/>
                  </a:lnTo>
                  <a:cubicBezTo>
                    <a:pt x="920059" y="1244154"/>
                    <a:pt x="915156" y="1255992"/>
                    <a:pt x="906428" y="1264720"/>
                  </a:cubicBezTo>
                  <a:cubicBezTo>
                    <a:pt x="897700" y="1273448"/>
                    <a:pt x="885863" y="1278351"/>
                    <a:pt x="873520" y="1278351"/>
                  </a:cubicBezTo>
                  <a:lnTo>
                    <a:pt x="46540" y="1278351"/>
                  </a:lnTo>
                  <a:cubicBezTo>
                    <a:pt x="34197" y="1278351"/>
                    <a:pt x="22359" y="1273448"/>
                    <a:pt x="13631" y="1264720"/>
                  </a:cubicBezTo>
                  <a:cubicBezTo>
                    <a:pt x="4903" y="1255992"/>
                    <a:pt x="0" y="1244154"/>
                    <a:pt x="0" y="1231811"/>
                  </a:cubicBezTo>
                  <a:lnTo>
                    <a:pt x="0" y="46540"/>
                  </a:lnTo>
                  <a:cubicBezTo>
                    <a:pt x="0" y="34197"/>
                    <a:pt x="4903" y="22359"/>
                    <a:pt x="13631" y="13631"/>
                  </a:cubicBezTo>
                  <a:cubicBezTo>
                    <a:pt x="22359" y="4903"/>
                    <a:pt x="34197" y="0"/>
                    <a:pt x="46540" y="0"/>
                  </a:cubicBez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0" y="0"/>
              <a:ext cx="920100" cy="127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8"/>
          <p:cNvSpPr txBox="1"/>
          <p:nvPr/>
        </p:nvSpPr>
        <p:spPr>
          <a:xfrm>
            <a:off x="7397400" y="8569025"/>
            <a:ext cx="3493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8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Интеграция эмбеддингов</a:t>
            </a:r>
            <a:endParaRPr b="1" i="0" sz="3600" u="none" cap="none" strike="noStrike">
              <a:solidFill>
                <a:srgbClr val="000000"/>
              </a:solidFill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7397410" y="7588618"/>
            <a:ext cx="3493200" cy="985200"/>
          </a:xfrm>
          <a:prstGeom prst="rect">
            <a:avLst/>
          </a:prstGeom>
          <a:solidFill>
            <a:srgbClr val="F24A2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Андриянова Мария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p8"/>
          <p:cNvGrpSpPr/>
          <p:nvPr/>
        </p:nvGrpSpPr>
        <p:grpSpPr>
          <a:xfrm>
            <a:off x="1349525" y="8607971"/>
            <a:ext cx="3493372" cy="1265695"/>
            <a:chOff x="0" y="0"/>
            <a:chExt cx="920059" cy="1278351"/>
          </a:xfrm>
        </p:grpSpPr>
        <p:sp>
          <p:nvSpPr>
            <p:cNvPr id="254" name="Google Shape;254;p8"/>
            <p:cNvSpPr/>
            <p:nvPr/>
          </p:nvSpPr>
          <p:spPr>
            <a:xfrm>
              <a:off x="0" y="0"/>
              <a:ext cx="920059" cy="1278351"/>
            </a:xfrm>
            <a:custGeom>
              <a:rect b="b" l="l" r="r" t="t"/>
              <a:pathLst>
                <a:path extrusionOk="0" h="1278351" w="920059">
                  <a:moveTo>
                    <a:pt x="46540" y="0"/>
                  </a:moveTo>
                  <a:lnTo>
                    <a:pt x="873520" y="0"/>
                  </a:lnTo>
                  <a:cubicBezTo>
                    <a:pt x="885863" y="0"/>
                    <a:pt x="897700" y="4903"/>
                    <a:pt x="906428" y="13631"/>
                  </a:cubicBezTo>
                  <a:cubicBezTo>
                    <a:pt x="915156" y="22359"/>
                    <a:pt x="920059" y="34197"/>
                    <a:pt x="920059" y="46540"/>
                  </a:cubicBezTo>
                  <a:lnTo>
                    <a:pt x="920059" y="1231811"/>
                  </a:lnTo>
                  <a:cubicBezTo>
                    <a:pt x="920059" y="1244154"/>
                    <a:pt x="915156" y="1255992"/>
                    <a:pt x="906428" y="1264720"/>
                  </a:cubicBezTo>
                  <a:cubicBezTo>
                    <a:pt x="897700" y="1273448"/>
                    <a:pt x="885863" y="1278351"/>
                    <a:pt x="873520" y="1278351"/>
                  </a:cubicBezTo>
                  <a:lnTo>
                    <a:pt x="46540" y="1278351"/>
                  </a:lnTo>
                  <a:cubicBezTo>
                    <a:pt x="34197" y="1278351"/>
                    <a:pt x="22359" y="1273448"/>
                    <a:pt x="13631" y="1264720"/>
                  </a:cubicBezTo>
                  <a:cubicBezTo>
                    <a:pt x="4903" y="1255992"/>
                    <a:pt x="0" y="1244154"/>
                    <a:pt x="0" y="1231811"/>
                  </a:cubicBezTo>
                  <a:lnTo>
                    <a:pt x="0" y="46540"/>
                  </a:lnTo>
                  <a:cubicBezTo>
                    <a:pt x="0" y="34197"/>
                    <a:pt x="4903" y="22359"/>
                    <a:pt x="13631" y="13631"/>
                  </a:cubicBezTo>
                  <a:cubicBezTo>
                    <a:pt x="22359" y="4903"/>
                    <a:pt x="34197" y="0"/>
                    <a:pt x="46540" y="0"/>
                  </a:cubicBez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8"/>
            <p:cNvSpPr txBox="1"/>
            <p:nvPr/>
          </p:nvSpPr>
          <p:spPr>
            <a:xfrm>
              <a:off x="0" y="0"/>
              <a:ext cx="920059" cy="1278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8"/>
          <p:cNvSpPr txBox="1"/>
          <p:nvPr/>
        </p:nvSpPr>
        <p:spPr>
          <a:xfrm>
            <a:off x="1891924" y="8569025"/>
            <a:ext cx="24084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8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Обработка данных</a:t>
            </a:r>
            <a:endParaRPr b="1" i="0" sz="3600" u="none" cap="none" strike="noStrike">
              <a:solidFill>
                <a:srgbClr val="000000"/>
              </a:solidFill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1349697" y="7588618"/>
            <a:ext cx="3493200" cy="985200"/>
          </a:xfrm>
          <a:prstGeom prst="rect">
            <a:avLst/>
          </a:prstGeom>
          <a:solidFill>
            <a:srgbClr val="F24A2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Замолодчиков Алексей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313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2"/>
          <p:cNvGrpSpPr/>
          <p:nvPr/>
        </p:nvGrpSpPr>
        <p:grpSpPr>
          <a:xfrm>
            <a:off x="14448487" y="2223389"/>
            <a:ext cx="2810813" cy="2810813"/>
            <a:chOff x="0" y="0"/>
            <a:chExt cx="812800" cy="812800"/>
          </a:xfrm>
        </p:grpSpPr>
        <p:sp>
          <p:nvSpPr>
            <p:cNvPr id="263" name="Google Shape;263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264" name="Google Shape;264;p2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2"/>
          <p:cNvGrpSpPr/>
          <p:nvPr/>
        </p:nvGrpSpPr>
        <p:grpSpPr>
          <a:xfrm>
            <a:off x="11734594" y="8973401"/>
            <a:ext cx="2810813" cy="2810813"/>
            <a:chOff x="0" y="0"/>
            <a:chExt cx="812800" cy="812800"/>
          </a:xfrm>
        </p:grpSpPr>
        <p:sp>
          <p:nvSpPr>
            <p:cNvPr id="266" name="Google Shape;266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24A2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67" name="Google Shape;267;p2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2"/>
          <p:cNvGrpSpPr/>
          <p:nvPr/>
        </p:nvGrpSpPr>
        <p:grpSpPr>
          <a:xfrm>
            <a:off x="1028700" y="2914569"/>
            <a:ext cx="1405415" cy="1586242"/>
            <a:chOff x="0" y="-47625"/>
            <a:chExt cx="370148" cy="417773"/>
          </a:xfrm>
        </p:grpSpPr>
        <p:sp>
          <p:nvSpPr>
            <p:cNvPr id="269" name="Google Shape;269;p2"/>
            <p:cNvSpPr/>
            <p:nvPr/>
          </p:nvSpPr>
          <p:spPr>
            <a:xfrm>
              <a:off x="0" y="0"/>
              <a:ext cx="370148" cy="370148"/>
            </a:xfrm>
            <a:custGeom>
              <a:rect b="b" l="l" r="r" t="t"/>
              <a:pathLst>
                <a:path extrusionOk="0" h="370148" w="370148">
                  <a:moveTo>
                    <a:pt x="115682" y="0"/>
                  </a:moveTo>
                  <a:lnTo>
                    <a:pt x="254466" y="0"/>
                  </a:lnTo>
                  <a:cubicBezTo>
                    <a:pt x="285147" y="0"/>
                    <a:pt x="314571" y="12188"/>
                    <a:pt x="336266" y="33882"/>
                  </a:cubicBezTo>
                  <a:cubicBezTo>
                    <a:pt x="357960" y="55577"/>
                    <a:pt x="370148" y="85001"/>
                    <a:pt x="370148" y="115682"/>
                  </a:cubicBezTo>
                  <a:lnTo>
                    <a:pt x="370148" y="254466"/>
                  </a:lnTo>
                  <a:cubicBezTo>
                    <a:pt x="370148" y="285147"/>
                    <a:pt x="357960" y="314571"/>
                    <a:pt x="336266" y="336266"/>
                  </a:cubicBezTo>
                  <a:cubicBezTo>
                    <a:pt x="314571" y="357960"/>
                    <a:pt x="285147" y="370148"/>
                    <a:pt x="254466" y="370148"/>
                  </a:cubicBezTo>
                  <a:lnTo>
                    <a:pt x="115682" y="370148"/>
                  </a:lnTo>
                  <a:cubicBezTo>
                    <a:pt x="85001" y="370148"/>
                    <a:pt x="55577" y="357960"/>
                    <a:pt x="33882" y="336266"/>
                  </a:cubicBezTo>
                  <a:cubicBezTo>
                    <a:pt x="12188" y="314571"/>
                    <a:pt x="0" y="285147"/>
                    <a:pt x="0" y="254466"/>
                  </a:cubicBezTo>
                  <a:lnTo>
                    <a:pt x="0" y="115682"/>
                  </a:lnTo>
                  <a:cubicBezTo>
                    <a:pt x="0" y="85001"/>
                    <a:pt x="12188" y="55577"/>
                    <a:pt x="33882" y="33882"/>
                  </a:cubicBezTo>
                  <a:cubicBezTo>
                    <a:pt x="55577" y="12188"/>
                    <a:pt x="85001" y="0"/>
                    <a:pt x="115682" y="0"/>
                  </a:cubicBez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"/>
            <p:cNvSpPr txBox="1"/>
            <p:nvPr/>
          </p:nvSpPr>
          <p:spPr>
            <a:xfrm>
              <a:off x="0" y="-47625"/>
              <a:ext cx="370148" cy="4177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2"/>
          <p:cNvGrpSpPr/>
          <p:nvPr/>
        </p:nvGrpSpPr>
        <p:grpSpPr>
          <a:xfrm>
            <a:off x="1028700" y="5011398"/>
            <a:ext cx="1405415" cy="1586242"/>
            <a:chOff x="0" y="-47625"/>
            <a:chExt cx="370148" cy="417773"/>
          </a:xfrm>
        </p:grpSpPr>
        <p:sp>
          <p:nvSpPr>
            <p:cNvPr id="272" name="Google Shape;272;p2"/>
            <p:cNvSpPr/>
            <p:nvPr/>
          </p:nvSpPr>
          <p:spPr>
            <a:xfrm>
              <a:off x="0" y="0"/>
              <a:ext cx="370148" cy="370148"/>
            </a:xfrm>
            <a:custGeom>
              <a:rect b="b" l="l" r="r" t="t"/>
              <a:pathLst>
                <a:path extrusionOk="0" h="370148" w="370148">
                  <a:moveTo>
                    <a:pt x="115682" y="0"/>
                  </a:moveTo>
                  <a:lnTo>
                    <a:pt x="254466" y="0"/>
                  </a:lnTo>
                  <a:cubicBezTo>
                    <a:pt x="285147" y="0"/>
                    <a:pt x="314571" y="12188"/>
                    <a:pt x="336266" y="33882"/>
                  </a:cubicBezTo>
                  <a:cubicBezTo>
                    <a:pt x="357960" y="55577"/>
                    <a:pt x="370148" y="85001"/>
                    <a:pt x="370148" y="115682"/>
                  </a:cubicBezTo>
                  <a:lnTo>
                    <a:pt x="370148" y="254466"/>
                  </a:lnTo>
                  <a:cubicBezTo>
                    <a:pt x="370148" y="285147"/>
                    <a:pt x="357960" y="314571"/>
                    <a:pt x="336266" y="336266"/>
                  </a:cubicBezTo>
                  <a:cubicBezTo>
                    <a:pt x="314571" y="357960"/>
                    <a:pt x="285147" y="370148"/>
                    <a:pt x="254466" y="370148"/>
                  </a:cubicBezTo>
                  <a:lnTo>
                    <a:pt x="115682" y="370148"/>
                  </a:lnTo>
                  <a:cubicBezTo>
                    <a:pt x="85001" y="370148"/>
                    <a:pt x="55577" y="357960"/>
                    <a:pt x="33882" y="336266"/>
                  </a:cubicBezTo>
                  <a:cubicBezTo>
                    <a:pt x="12188" y="314571"/>
                    <a:pt x="0" y="285147"/>
                    <a:pt x="0" y="254466"/>
                  </a:cubicBezTo>
                  <a:lnTo>
                    <a:pt x="0" y="115682"/>
                  </a:lnTo>
                  <a:cubicBezTo>
                    <a:pt x="0" y="85001"/>
                    <a:pt x="12188" y="55577"/>
                    <a:pt x="33882" y="33882"/>
                  </a:cubicBezTo>
                  <a:cubicBezTo>
                    <a:pt x="55577" y="12188"/>
                    <a:pt x="85001" y="0"/>
                    <a:pt x="115682" y="0"/>
                  </a:cubicBez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"/>
            <p:cNvSpPr txBox="1"/>
            <p:nvPr/>
          </p:nvSpPr>
          <p:spPr>
            <a:xfrm>
              <a:off x="0" y="-47625"/>
              <a:ext cx="370148" cy="4177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2"/>
          <p:cNvGrpSpPr/>
          <p:nvPr/>
        </p:nvGrpSpPr>
        <p:grpSpPr>
          <a:xfrm>
            <a:off x="1028700" y="7112129"/>
            <a:ext cx="1405415" cy="1586242"/>
            <a:chOff x="0" y="-47625"/>
            <a:chExt cx="370148" cy="417773"/>
          </a:xfrm>
        </p:grpSpPr>
        <p:sp>
          <p:nvSpPr>
            <p:cNvPr id="275" name="Google Shape;275;p2"/>
            <p:cNvSpPr/>
            <p:nvPr/>
          </p:nvSpPr>
          <p:spPr>
            <a:xfrm>
              <a:off x="0" y="0"/>
              <a:ext cx="370148" cy="370148"/>
            </a:xfrm>
            <a:custGeom>
              <a:rect b="b" l="l" r="r" t="t"/>
              <a:pathLst>
                <a:path extrusionOk="0" h="370148" w="370148">
                  <a:moveTo>
                    <a:pt x="115682" y="0"/>
                  </a:moveTo>
                  <a:lnTo>
                    <a:pt x="254466" y="0"/>
                  </a:lnTo>
                  <a:cubicBezTo>
                    <a:pt x="285147" y="0"/>
                    <a:pt x="314571" y="12188"/>
                    <a:pt x="336266" y="33882"/>
                  </a:cubicBezTo>
                  <a:cubicBezTo>
                    <a:pt x="357960" y="55577"/>
                    <a:pt x="370148" y="85001"/>
                    <a:pt x="370148" y="115682"/>
                  </a:cubicBezTo>
                  <a:lnTo>
                    <a:pt x="370148" y="254466"/>
                  </a:lnTo>
                  <a:cubicBezTo>
                    <a:pt x="370148" y="285147"/>
                    <a:pt x="357960" y="314571"/>
                    <a:pt x="336266" y="336266"/>
                  </a:cubicBezTo>
                  <a:cubicBezTo>
                    <a:pt x="314571" y="357960"/>
                    <a:pt x="285147" y="370148"/>
                    <a:pt x="254466" y="370148"/>
                  </a:cubicBezTo>
                  <a:lnTo>
                    <a:pt x="115682" y="370148"/>
                  </a:lnTo>
                  <a:cubicBezTo>
                    <a:pt x="85001" y="370148"/>
                    <a:pt x="55577" y="357960"/>
                    <a:pt x="33882" y="336266"/>
                  </a:cubicBezTo>
                  <a:cubicBezTo>
                    <a:pt x="12188" y="314571"/>
                    <a:pt x="0" y="285147"/>
                    <a:pt x="0" y="254466"/>
                  </a:cubicBezTo>
                  <a:lnTo>
                    <a:pt x="0" y="115682"/>
                  </a:lnTo>
                  <a:cubicBezTo>
                    <a:pt x="0" y="85001"/>
                    <a:pt x="12188" y="55577"/>
                    <a:pt x="33882" y="33882"/>
                  </a:cubicBezTo>
                  <a:cubicBezTo>
                    <a:pt x="55577" y="12188"/>
                    <a:pt x="85001" y="0"/>
                    <a:pt x="115682" y="0"/>
                  </a:cubicBez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"/>
            <p:cNvSpPr txBox="1"/>
            <p:nvPr/>
          </p:nvSpPr>
          <p:spPr>
            <a:xfrm>
              <a:off x="0" y="-47625"/>
              <a:ext cx="370148" cy="4177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2"/>
          <p:cNvSpPr txBox="1"/>
          <p:nvPr/>
        </p:nvSpPr>
        <p:spPr>
          <a:xfrm>
            <a:off x="2937274" y="5436875"/>
            <a:ext cx="153507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8"/>
              <a:buFont typeface="Arial"/>
              <a:buNone/>
            </a:pPr>
            <a:r>
              <a:rPr b="1" lang="en-US" sz="4778">
                <a:solidFill>
                  <a:srgbClr val="FFFFFF"/>
                </a:solidFill>
              </a:rPr>
              <a:t>Использование LLM =&gt; качественная обработка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78" name="Google Shape;278;p2"/>
          <p:cNvSpPr txBox="1"/>
          <p:nvPr/>
        </p:nvSpPr>
        <p:spPr>
          <a:xfrm>
            <a:off x="2937275" y="3340038"/>
            <a:ext cx="68004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8"/>
              <a:buFont typeface="Arial"/>
              <a:buNone/>
            </a:pPr>
            <a:r>
              <a:rPr b="1" lang="en-US" sz="4778">
                <a:solidFill>
                  <a:srgbClr val="FFFFFF"/>
                </a:solidFill>
              </a:rPr>
              <a:t>Масштабируемость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79" name="Google Shape;279;p2"/>
          <p:cNvSpPr txBox="1"/>
          <p:nvPr/>
        </p:nvSpPr>
        <p:spPr>
          <a:xfrm>
            <a:off x="893030" y="3287357"/>
            <a:ext cx="16767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26"/>
              <a:buFont typeface="Arial"/>
              <a:buNone/>
            </a:pPr>
            <a:r>
              <a:rPr b="0" i="0" lang="en-US" sz="6826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"/>
          <p:cNvSpPr txBox="1"/>
          <p:nvPr/>
        </p:nvSpPr>
        <p:spPr>
          <a:xfrm>
            <a:off x="893030" y="5379691"/>
            <a:ext cx="16767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26"/>
              <a:buFont typeface="Arial"/>
              <a:buNone/>
            </a:pPr>
            <a:r>
              <a:rPr b="0" i="0" lang="en-US" sz="6826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"/>
          <p:cNvSpPr txBox="1"/>
          <p:nvPr/>
        </p:nvSpPr>
        <p:spPr>
          <a:xfrm>
            <a:off x="893030" y="7478471"/>
            <a:ext cx="16767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26"/>
              <a:buFont typeface="Arial"/>
              <a:buNone/>
            </a:pPr>
            <a:r>
              <a:rPr b="0" i="0" lang="en-US" sz="6826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"/>
          <p:cNvSpPr txBox="1"/>
          <p:nvPr/>
        </p:nvSpPr>
        <p:spPr>
          <a:xfrm>
            <a:off x="2937276" y="7636125"/>
            <a:ext cx="99480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8"/>
              <a:buFont typeface="Arial"/>
              <a:buNone/>
            </a:pPr>
            <a:r>
              <a:rPr b="1" lang="en-US" sz="4778">
                <a:solidFill>
                  <a:srgbClr val="FFFFFF"/>
                </a:solidFill>
              </a:rPr>
              <a:t>Реалистичность рекомендаций</a:t>
            </a:r>
            <a:endParaRPr b="1" sz="4778">
              <a:solidFill>
                <a:srgbClr val="FFFFFF"/>
              </a:solidFill>
            </a:endParaRPr>
          </a:p>
        </p:txBody>
      </p:sp>
      <p:sp>
        <p:nvSpPr>
          <p:cNvPr id="283" name="Google Shape;283;p2"/>
          <p:cNvSpPr txBox="1"/>
          <p:nvPr/>
        </p:nvSpPr>
        <p:spPr>
          <a:xfrm>
            <a:off x="1028700" y="1093950"/>
            <a:ext cx="133986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22"/>
              <a:buFont typeface="Arial"/>
              <a:buNone/>
            </a:pPr>
            <a:r>
              <a:rPr b="1" lang="en-US" sz="8222">
                <a:solidFill>
                  <a:schemeClr val="lt1"/>
                </a:solidFill>
              </a:rPr>
              <a:t>Преимущества</a:t>
            </a:r>
            <a:endParaRPr b="1" sz="8222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313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19"/>
          <p:cNvGrpSpPr/>
          <p:nvPr/>
        </p:nvGrpSpPr>
        <p:grpSpPr>
          <a:xfrm>
            <a:off x="12030800" y="4074950"/>
            <a:ext cx="4736859" cy="1265695"/>
            <a:chOff x="0" y="0"/>
            <a:chExt cx="920100" cy="1278351"/>
          </a:xfrm>
        </p:grpSpPr>
        <p:sp>
          <p:nvSpPr>
            <p:cNvPr id="289" name="Google Shape;289;p19"/>
            <p:cNvSpPr/>
            <p:nvPr/>
          </p:nvSpPr>
          <p:spPr>
            <a:xfrm>
              <a:off x="0" y="0"/>
              <a:ext cx="920059" cy="1278351"/>
            </a:xfrm>
            <a:custGeom>
              <a:rect b="b" l="l" r="r" t="t"/>
              <a:pathLst>
                <a:path extrusionOk="0" h="1278351" w="920059">
                  <a:moveTo>
                    <a:pt x="46540" y="0"/>
                  </a:moveTo>
                  <a:lnTo>
                    <a:pt x="873520" y="0"/>
                  </a:lnTo>
                  <a:cubicBezTo>
                    <a:pt x="885863" y="0"/>
                    <a:pt x="897700" y="4903"/>
                    <a:pt x="906428" y="13631"/>
                  </a:cubicBezTo>
                  <a:cubicBezTo>
                    <a:pt x="915156" y="22359"/>
                    <a:pt x="920059" y="34197"/>
                    <a:pt x="920059" y="46540"/>
                  </a:cubicBezTo>
                  <a:lnTo>
                    <a:pt x="920059" y="1231811"/>
                  </a:lnTo>
                  <a:cubicBezTo>
                    <a:pt x="920059" y="1244154"/>
                    <a:pt x="915156" y="1255992"/>
                    <a:pt x="906428" y="1264720"/>
                  </a:cubicBezTo>
                  <a:cubicBezTo>
                    <a:pt x="897700" y="1273448"/>
                    <a:pt x="885863" y="1278351"/>
                    <a:pt x="873520" y="1278351"/>
                  </a:cubicBezTo>
                  <a:lnTo>
                    <a:pt x="46540" y="1278351"/>
                  </a:lnTo>
                  <a:cubicBezTo>
                    <a:pt x="34197" y="1278351"/>
                    <a:pt x="22359" y="1273448"/>
                    <a:pt x="13631" y="1264720"/>
                  </a:cubicBezTo>
                  <a:cubicBezTo>
                    <a:pt x="4903" y="1255992"/>
                    <a:pt x="0" y="1244154"/>
                    <a:pt x="0" y="1231811"/>
                  </a:cubicBezTo>
                  <a:lnTo>
                    <a:pt x="0" y="46540"/>
                  </a:lnTo>
                  <a:cubicBezTo>
                    <a:pt x="0" y="34197"/>
                    <a:pt x="4903" y="22359"/>
                    <a:pt x="13631" y="13631"/>
                  </a:cubicBezTo>
                  <a:cubicBezTo>
                    <a:pt x="22359" y="4903"/>
                    <a:pt x="34197" y="0"/>
                    <a:pt x="46540" y="0"/>
                  </a:cubicBez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0" y="0"/>
              <a:ext cx="920100" cy="127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p19"/>
          <p:cNvSpPr txBox="1"/>
          <p:nvPr/>
        </p:nvSpPr>
        <p:spPr>
          <a:xfrm>
            <a:off x="5280936" y="1100137"/>
            <a:ext cx="77262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2"/>
              <a:buFont typeface="Arial"/>
              <a:buNone/>
            </a:pPr>
            <a:r>
              <a:rPr b="1" lang="en-US" sz="8222">
                <a:solidFill>
                  <a:srgbClr val="FFFFFF"/>
                </a:solidFill>
              </a:rPr>
              <a:t>Контакты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2818025" y="7583260"/>
            <a:ext cx="126519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2"/>
              <a:buFont typeface="Arial"/>
              <a:buNone/>
            </a:pPr>
            <a:r>
              <a:rPr b="1" lang="en-US" sz="8222">
                <a:solidFill>
                  <a:srgbClr val="FFFFFF"/>
                </a:solidFill>
              </a:rPr>
              <a:t>Спасибо за внимание!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grpSp>
        <p:nvGrpSpPr>
          <p:cNvPr id="293" name="Google Shape;293;p19"/>
          <p:cNvGrpSpPr/>
          <p:nvPr/>
        </p:nvGrpSpPr>
        <p:grpSpPr>
          <a:xfrm>
            <a:off x="14448487" y="685376"/>
            <a:ext cx="2810813" cy="2810813"/>
            <a:chOff x="0" y="0"/>
            <a:chExt cx="812800" cy="812800"/>
          </a:xfrm>
        </p:grpSpPr>
        <p:sp>
          <p:nvSpPr>
            <p:cNvPr id="294" name="Google Shape;294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295" name="Google Shape;295;p19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9"/>
          <p:cNvGrpSpPr/>
          <p:nvPr/>
        </p:nvGrpSpPr>
        <p:grpSpPr>
          <a:xfrm>
            <a:off x="600986" y="6010698"/>
            <a:ext cx="2810813" cy="2810813"/>
            <a:chOff x="0" y="0"/>
            <a:chExt cx="812800" cy="812800"/>
          </a:xfrm>
        </p:grpSpPr>
        <p:sp>
          <p:nvSpPr>
            <p:cNvPr id="297" name="Google Shape;297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</p:sp>
        <p:sp>
          <p:nvSpPr>
            <p:cNvPr id="298" name="Google Shape;298;p19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9"/>
          <p:cNvGrpSpPr/>
          <p:nvPr/>
        </p:nvGrpSpPr>
        <p:grpSpPr>
          <a:xfrm>
            <a:off x="6479825" y="4074950"/>
            <a:ext cx="4736859" cy="1265695"/>
            <a:chOff x="0" y="0"/>
            <a:chExt cx="920100" cy="1278351"/>
          </a:xfrm>
        </p:grpSpPr>
        <p:sp>
          <p:nvSpPr>
            <p:cNvPr id="300" name="Google Shape;300;p19"/>
            <p:cNvSpPr/>
            <p:nvPr/>
          </p:nvSpPr>
          <p:spPr>
            <a:xfrm>
              <a:off x="0" y="0"/>
              <a:ext cx="920059" cy="1278351"/>
            </a:xfrm>
            <a:custGeom>
              <a:rect b="b" l="l" r="r" t="t"/>
              <a:pathLst>
                <a:path extrusionOk="0" h="1278351" w="920059">
                  <a:moveTo>
                    <a:pt x="46540" y="0"/>
                  </a:moveTo>
                  <a:lnTo>
                    <a:pt x="873520" y="0"/>
                  </a:lnTo>
                  <a:cubicBezTo>
                    <a:pt x="885863" y="0"/>
                    <a:pt x="897700" y="4903"/>
                    <a:pt x="906428" y="13631"/>
                  </a:cubicBezTo>
                  <a:cubicBezTo>
                    <a:pt x="915156" y="22359"/>
                    <a:pt x="920059" y="34197"/>
                    <a:pt x="920059" y="46540"/>
                  </a:cubicBezTo>
                  <a:lnTo>
                    <a:pt x="920059" y="1231811"/>
                  </a:lnTo>
                  <a:cubicBezTo>
                    <a:pt x="920059" y="1244154"/>
                    <a:pt x="915156" y="1255992"/>
                    <a:pt x="906428" y="1264720"/>
                  </a:cubicBezTo>
                  <a:cubicBezTo>
                    <a:pt x="897700" y="1273448"/>
                    <a:pt x="885863" y="1278351"/>
                    <a:pt x="873520" y="1278351"/>
                  </a:cubicBezTo>
                  <a:lnTo>
                    <a:pt x="46540" y="1278351"/>
                  </a:lnTo>
                  <a:cubicBezTo>
                    <a:pt x="34197" y="1278351"/>
                    <a:pt x="22359" y="1273448"/>
                    <a:pt x="13631" y="1264720"/>
                  </a:cubicBezTo>
                  <a:cubicBezTo>
                    <a:pt x="4903" y="1255992"/>
                    <a:pt x="0" y="1244154"/>
                    <a:pt x="0" y="1231811"/>
                  </a:cubicBezTo>
                  <a:lnTo>
                    <a:pt x="0" y="46540"/>
                  </a:lnTo>
                  <a:cubicBezTo>
                    <a:pt x="0" y="34197"/>
                    <a:pt x="4903" y="22359"/>
                    <a:pt x="13631" y="13631"/>
                  </a:cubicBezTo>
                  <a:cubicBezTo>
                    <a:pt x="22359" y="4903"/>
                    <a:pt x="34197" y="0"/>
                    <a:pt x="46540" y="0"/>
                  </a:cubicBez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9"/>
            <p:cNvSpPr txBox="1"/>
            <p:nvPr/>
          </p:nvSpPr>
          <p:spPr>
            <a:xfrm>
              <a:off x="0" y="0"/>
              <a:ext cx="920100" cy="127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19"/>
          <p:cNvSpPr txBox="1"/>
          <p:nvPr/>
        </p:nvSpPr>
        <p:spPr>
          <a:xfrm>
            <a:off x="6508825" y="4430750"/>
            <a:ext cx="464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8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</a:rPr>
              <a:t>@MariaAndriyanova</a:t>
            </a:r>
            <a:endParaRPr b="1" i="0" sz="3600" u="none" cap="none" strike="noStrike">
              <a:solidFill>
                <a:srgbClr val="000000"/>
              </a:solidFill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13195024" y="4430738"/>
            <a:ext cx="240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8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</a:rPr>
              <a:t>@Infuy</a:t>
            </a:r>
            <a:endParaRPr b="1" i="0" sz="3600" u="none" cap="none" strike="noStrike">
              <a:solidFill>
                <a:srgbClr val="000000"/>
              </a:solidFill>
            </a:endParaRPr>
          </a:p>
        </p:txBody>
      </p:sp>
      <p:grpSp>
        <p:nvGrpSpPr>
          <p:cNvPr id="304" name="Google Shape;304;p19"/>
          <p:cNvGrpSpPr/>
          <p:nvPr/>
        </p:nvGrpSpPr>
        <p:grpSpPr>
          <a:xfrm>
            <a:off x="928850" y="4074950"/>
            <a:ext cx="4736859" cy="1265695"/>
            <a:chOff x="0" y="0"/>
            <a:chExt cx="920100" cy="1278351"/>
          </a:xfrm>
        </p:grpSpPr>
        <p:sp>
          <p:nvSpPr>
            <p:cNvPr id="305" name="Google Shape;305;p19"/>
            <p:cNvSpPr/>
            <p:nvPr/>
          </p:nvSpPr>
          <p:spPr>
            <a:xfrm>
              <a:off x="0" y="0"/>
              <a:ext cx="920059" cy="1278351"/>
            </a:xfrm>
            <a:custGeom>
              <a:rect b="b" l="l" r="r" t="t"/>
              <a:pathLst>
                <a:path extrusionOk="0" h="1278351" w="920059">
                  <a:moveTo>
                    <a:pt x="46540" y="0"/>
                  </a:moveTo>
                  <a:lnTo>
                    <a:pt x="873520" y="0"/>
                  </a:lnTo>
                  <a:cubicBezTo>
                    <a:pt x="885863" y="0"/>
                    <a:pt x="897700" y="4903"/>
                    <a:pt x="906428" y="13631"/>
                  </a:cubicBezTo>
                  <a:cubicBezTo>
                    <a:pt x="915156" y="22359"/>
                    <a:pt x="920059" y="34197"/>
                    <a:pt x="920059" y="46540"/>
                  </a:cubicBezTo>
                  <a:lnTo>
                    <a:pt x="920059" y="1231811"/>
                  </a:lnTo>
                  <a:cubicBezTo>
                    <a:pt x="920059" y="1244154"/>
                    <a:pt x="915156" y="1255992"/>
                    <a:pt x="906428" y="1264720"/>
                  </a:cubicBezTo>
                  <a:cubicBezTo>
                    <a:pt x="897700" y="1273448"/>
                    <a:pt x="885863" y="1278351"/>
                    <a:pt x="873520" y="1278351"/>
                  </a:cubicBezTo>
                  <a:lnTo>
                    <a:pt x="46540" y="1278351"/>
                  </a:lnTo>
                  <a:cubicBezTo>
                    <a:pt x="34197" y="1278351"/>
                    <a:pt x="22359" y="1273448"/>
                    <a:pt x="13631" y="1264720"/>
                  </a:cubicBezTo>
                  <a:cubicBezTo>
                    <a:pt x="4903" y="1255992"/>
                    <a:pt x="0" y="1244154"/>
                    <a:pt x="0" y="1231811"/>
                  </a:cubicBezTo>
                  <a:lnTo>
                    <a:pt x="0" y="46540"/>
                  </a:lnTo>
                  <a:cubicBezTo>
                    <a:pt x="0" y="34197"/>
                    <a:pt x="4903" y="22359"/>
                    <a:pt x="13631" y="13631"/>
                  </a:cubicBezTo>
                  <a:cubicBezTo>
                    <a:pt x="22359" y="4903"/>
                    <a:pt x="34197" y="0"/>
                    <a:pt x="46540" y="0"/>
                  </a:cubicBezTo>
                  <a:close/>
                </a:path>
              </a:pathLst>
            </a:custGeom>
            <a:solidFill>
              <a:srgbClr val="F24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9"/>
            <p:cNvSpPr txBox="1"/>
            <p:nvPr/>
          </p:nvSpPr>
          <p:spPr>
            <a:xfrm>
              <a:off x="0" y="0"/>
              <a:ext cx="920100" cy="127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p19"/>
          <p:cNvSpPr txBox="1"/>
          <p:nvPr/>
        </p:nvSpPr>
        <p:spPr>
          <a:xfrm>
            <a:off x="1891925" y="4430750"/>
            <a:ext cx="281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8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</a:rPr>
              <a:t>@Derivomy</a:t>
            </a:r>
            <a:endParaRPr b="1" i="0" sz="36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thical Code Thesis Defense">
  <a:themeElements>
    <a:clrScheme name="Office">
      <a:dk1>
        <a:srgbClr val="000000"/>
      </a:dk1>
      <a:lt1>
        <a:srgbClr val="FFFFFF"/>
      </a:lt1>
      <a:dk2>
        <a:srgbClr val="F24A2D"/>
      </a:dk2>
      <a:lt2>
        <a:srgbClr val="888888"/>
      </a:lt2>
      <a:accent1>
        <a:srgbClr val="313131"/>
      </a:accent1>
      <a:accent2>
        <a:srgbClr val="FFFFFF"/>
      </a:accent2>
      <a:accent3>
        <a:srgbClr val="F24A2D"/>
      </a:accent3>
      <a:accent4>
        <a:srgbClr val="888888"/>
      </a:accent4>
      <a:accent5>
        <a:srgbClr val="313131"/>
      </a:accent5>
      <a:accent6>
        <a:srgbClr val="FFFFFF"/>
      </a:accent6>
      <a:hlink>
        <a:srgbClr val="F24A2D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